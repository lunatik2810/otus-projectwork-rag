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6.jpg" ContentType="image/p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Medium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0E03BA-DCCF-4D21-8261-C8EAA470A8B6}">
  <a:tblStyle styleId="{850E03BA-DCCF-4D21-8261-C8EAA470A8B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{850E03BA-DCCF-4D21-8261-C8EAA470A8B6}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{850E03BA-DCCF-4D21-8261-C8EAA470A8B6}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RAG Knowledge Base — MCP-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сервер с локальной </a:t>
            </a: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LLM 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и </a:t>
            </a:r>
            <a:r>
              <a:rPr lang="en-US" sz="4000" b="1" dirty="0" err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LangGraph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00196" y="4139136"/>
            <a:ext cx="3455491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ИИ для разработчиков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5"/>
    </mc:Choice>
    <mc:Fallback xmlns="">
      <p:transition spd="slow" advTm="390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44"/>
    </mc:Choice>
    <mc:Fallback xmlns="">
      <p:transition spd="slow" advTm="108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Тема: </a:t>
            </a:r>
            <a:r>
              <a:rPr lang="en-US" sz="3000" dirty="0"/>
              <a:t>RAG Knowledge Base — MCP-</a:t>
            </a:r>
            <a:r>
              <a:rPr lang="ru-RU" sz="3000" dirty="0"/>
              <a:t>сервер с локальной </a:t>
            </a:r>
            <a:r>
              <a:rPr lang="en-US" sz="3000" dirty="0"/>
              <a:t>LLM </a:t>
            </a:r>
            <a:r>
              <a:rPr lang="ru-RU" sz="3000" dirty="0"/>
              <a:t>и </a:t>
            </a:r>
            <a:r>
              <a:rPr lang="en-US" sz="3000" dirty="0" err="1"/>
              <a:t>LangGraph</a:t>
            </a:r>
            <a:br>
              <a:rPr lang="en-US" sz="3000" dirty="0"/>
            </a:br>
            <a:r>
              <a:rPr lang="ru" sz="3000" dirty="0"/>
              <a:t> 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037114" y="3202585"/>
            <a:ext cx="5437814" cy="50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Лукашевич Ксения Владимировна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414ECD-33BD-4C3B-B4B1-32103F703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2079706"/>
            <a:ext cx="2750170" cy="2750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2380812668"/>
              </p:ext>
            </p:extLst>
          </p:nvPr>
        </p:nvGraphicFramePr>
        <p:xfrm>
          <a:off x="952500" y="2010418"/>
          <a:ext cx="7239000" cy="3661837"/>
        </p:xfrm>
        <a:graphic>
          <a:graphicData uri="http://schemas.openxmlformats.org/drawingml/2006/table">
            <a:tbl>
              <a:tblPr>
                <a:noFill/>
                <a:tableStyleId>{850E03BA-DCCF-4D21-8261-C8EAA470A8B6}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9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Подготовить базу знаний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8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гибридный поиск (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RRF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: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векторный + по алгоритму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BM25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8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помощью локальной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Ollama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проверить на релевантность и по необходимости расширить запрос</a:t>
                      </a:r>
                      <a:endParaRPr lang="en-US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2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Написать MCP сервер и инструменты к нему</a:t>
                      </a:r>
                      <a:b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Протестировать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доступность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MCP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инструментов и работу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RAG</a:t>
                      </a:r>
                      <a:endParaRPr lang="ru-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0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013453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сделать свой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RAG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(генерацию на основе моих данных)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4117336796"/>
              </p:ext>
            </p:extLst>
          </p:nvPr>
        </p:nvGraphicFramePr>
        <p:xfrm>
          <a:off x="952500" y="1426624"/>
          <a:ext cx="7239000" cy="3242020"/>
        </p:xfrm>
        <a:graphic>
          <a:graphicData uri="http://schemas.openxmlformats.org/drawingml/2006/table">
            <a:tbl>
              <a:tblPr>
                <a:noFill/>
                <a:tableStyleId>{850E03BA-DCCF-4D21-8261-C8EAA470A8B6}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4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C# / .NET 10, ASP.NET Core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MCP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Microsoft -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ModelContextProtocol.AspNetCore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SQLite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ONNX Runtime (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Microsoft.ML.OnnxRuntime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Ollama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(qwen2.5:3b)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Docker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47CBF3ED-FE9B-16DA-C1DE-5389EA2F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851" y="300988"/>
            <a:ext cx="2822513" cy="3103852"/>
          </a:xfrm>
        </p:spPr>
        <p:txBody>
          <a:bodyPr/>
          <a:lstStyle/>
          <a:p>
            <a:r>
              <a:rPr lang="ru-RU" dirty="0"/>
              <a:t>Что</a:t>
            </a:r>
            <a:br>
              <a:rPr lang="ru-RU" dirty="0"/>
            </a:br>
            <a:r>
              <a:rPr lang="ru-RU" dirty="0"/>
              <a:t>происходит </a:t>
            </a:r>
            <a:br>
              <a:rPr lang="ru-RU" dirty="0"/>
            </a:br>
            <a:r>
              <a:rPr lang="ru-RU" dirty="0"/>
              <a:t>при работе</a:t>
            </a:r>
            <a:br>
              <a:rPr lang="ru-RU" dirty="0"/>
            </a:br>
            <a:r>
              <a:rPr lang="ru-RU" dirty="0"/>
              <a:t>инструмента</a:t>
            </a:r>
            <a:br>
              <a:rPr lang="ru-RU" dirty="0"/>
            </a:br>
            <a:r>
              <a:rPr lang="en-US" dirty="0" err="1"/>
              <a:t>ask_question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FBD0B7-3C66-BDAC-9FB8-BB3C4C589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363" y="0"/>
            <a:ext cx="79927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478248" y="50308"/>
            <a:ext cx="8520600" cy="7432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272387064"/>
              </p:ext>
            </p:extLst>
          </p:nvPr>
        </p:nvGraphicFramePr>
        <p:xfrm>
          <a:off x="863291" y="793600"/>
          <a:ext cx="7239000" cy="3738760"/>
        </p:xfrm>
        <a:graphic>
          <a:graphicData uri="http://schemas.openxmlformats.org/drawingml/2006/table">
            <a:tbl>
              <a:tblPr>
                <a:noFill/>
                <a:tableStyleId>{850E03BA-DCCF-4D21-8261-C8EAA470A8B6}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 выполнена, все инструменты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MCP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сервера работают исправно.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Задание было интересное, познакомилась с векторным поиском, углубилась в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RAG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узнав как он может быть устроен изнутри. Посмотрела под отладкой, на сколько правильно происходило деление текста на </a:t>
                      </a:r>
                      <a:r>
                        <a:rPr lang="ru-RU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чанки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поиск в них и отбор нужных. Рада, что в поиске задействовали ещё и локальную модель через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Ollama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Изначально было сложно понять, что вообще нужно сделать, а т.к. писала на </a:t>
                      </a: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.NET 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многие вещи пришлось реализовывать самой, а не средствами </a:t>
                      </a:r>
                      <a:r>
                        <a:rPr lang="en-US" sz="1600" dirty="0" err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LangGraph</a:t>
                      </a: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Узнала много нового, хорошо что нашлось время на это.</a:t>
                      </a:r>
                      <a:endParaRPr lang="en-US"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313</Words>
  <Application>Microsoft Office PowerPoint</Application>
  <PresentationFormat>Экран (16:9)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Roboto Medium</vt:lpstr>
      <vt:lpstr>Arial</vt:lpstr>
      <vt:lpstr>Roboto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RAG Knowledge Base — MCP-сервер с локальной LLM и LangGraph     </vt:lpstr>
      <vt:lpstr>План защиты</vt:lpstr>
      <vt:lpstr>Презентация PowerPoint</vt:lpstr>
      <vt:lpstr>Какие технологии использовались </vt:lpstr>
      <vt:lpstr>Что происходит  при работе инструмента ask_question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Николай Николаев</cp:lastModifiedBy>
  <cp:revision>4</cp:revision>
  <dcterms:modified xsi:type="dcterms:W3CDTF">2026-09-24T18:19:32Z</dcterms:modified>
</cp:coreProperties>
</file>